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  <p:sldMasterId id="2147483686" r:id="rId5"/>
  </p:sldMasterIdLst>
  <p:notesMasterIdLst>
    <p:notesMasterId r:id="rId7"/>
  </p:notesMasterIdLst>
  <p:sldIdLst>
    <p:sldId id="256" r:id="rId6"/>
    <p:sldId id="257" r:id="rId8"/>
    <p:sldId id="427" r:id="rId28"/>
    <p:sldId id="447" r:id="rId47"/>
    <p:sldId id="429" r:id="rId31"/>
    <p:sldId id="448" r:id="rId48"/>
    <p:sldId id="449" r:id="rId49"/>
    <p:sldId id="382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3" userDrawn="1">
          <p15:clr>
            <a:srgbClr val="A4A3A4"/>
          </p15:clr>
        </p15:guide>
        <p15:guide id="2" pos="3828" userDrawn="1">
          <p15:clr>
            <a:srgbClr val="A4A3A4"/>
          </p15:clr>
        </p15:guide>
        <p15:guide id="3" pos="4952" userDrawn="1">
          <p15:clr>
            <a:srgbClr val="A4A3A4"/>
          </p15:clr>
        </p15:guide>
        <p15:guide id="4" pos="2739" userDrawn="1">
          <p15:clr>
            <a:srgbClr val="A4A3A4"/>
          </p15:clr>
        </p15:guide>
        <p15:guide id="5" orient="horz" pos="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595D"/>
    <a:srgbClr val="69B4A4"/>
    <a:srgbClr val="F0777B"/>
    <a:srgbClr val="ED5D60"/>
    <a:srgbClr val="BDE9E2"/>
    <a:srgbClr val="ACE4DB"/>
    <a:srgbClr val="F7E288"/>
    <a:srgbClr val="F9E387"/>
    <a:srgbClr val="D4D9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33" autoAdjust="0"/>
  </p:normalViewPr>
  <p:slideViewPr>
    <p:cSldViewPr snapToGrid="0" showGuides="1">
      <p:cViewPr varScale="1">
        <p:scale>
          <a:sx n="77" d="100"/>
          <a:sy n="77" d="100"/>
        </p:scale>
        <p:origin x="-12" y="336"/>
      </p:cViewPr>
      <p:guideLst>
        <p:guide orient="horz" pos="2083"/>
        <p:guide pos="3828"/>
        <p:guide pos="4952"/>
        <p:guide pos="2739"/>
        <p:guide orient="horz" pos="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28" Type="http://schemas.openxmlformats.org/officeDocument/2006/relationships/slide" Target="slides/slide22.xml"/><Relationship Id="rId31" Type="http://schemas.openxmlformats.org/officeDocument/2006/relationships/slide" Target="slides/slide25.xml"/><Relationship Id="rId43" Type="http://schemas.openxmlformats.org/officeDocument/2006/relationships/slide" Target="slides/slide37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ableStyles" Target="tableStyles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118618" y="1409111"/>
            <a:ext cx="1759480" cy="1759480"/>
          </a:xfrm>
          <a:prstGeom prst="rect">
            <a:avLst/>
          </a:prstGeom>
        </p:spPr>
      </p:pic>
      <p:pic>
        <p:nvPicPr>
          <p:cNvPr id="3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08847" y="222707"/>
            <a:ext cx="604232" cy="1586955"/>
          </a:xfrm>
          <a:prstGeom prst="rect">
            <a:avLst/>
          </a:prstGeom>
        </p:spPr>
      </p:pic>
      <p:sp>
        <p:nvSpPr>
          <p:cNvPr id="4" name="椭圆 1"/>
          <p:cNvSpPr/>
          <p:nvPr userDrawn="1"/>
        </p:nvSpPr>
        <p:spPr>
          <a:xfrm>
            <a:off x="3500649" y="400730"/>
            <a:ext cx="5635727" cy="5635727"/>
          </a:xfrm>
          <a:prstGeom prst="ellipse">
            <a:avLst/>
          </a:prstGeom>
          <a:solidFill>
            <a:srgbClr val="BDE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-91480" y="3218594"/>
            <a:ext cx="5825530" cy="3640956"/>
          </a:xfrm>
          <a:prstGeom prst="rect">
            <a:avLst/>
          </a:prstGeom>
        </p:spPr>
      </p:pic>
      <p:pic>
        <p:nvPicPr>
          <p:cNvPr id="6" name="图片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7120" y="1982971"/>
            <a:ext cx="5029200" cy="5029200"/>
          </a:xfrm>
          <a:prstGeom prst="rect">
            <a:avLst/>
          </a:prstGeom>
        </p:spPr>
      </p:pic>
      <p:pic>
        <p:nvPicPr>
          <p:cNvPr id="7" name="图片 9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370600" y="1377491"/>
            <a:ext cx="1238249" cy="1111328"/>
          </a:xfrm>
          <a:prstGeom prst="rect">
            <a:avLst/>
          </a:prstGeom>
        </p:spPr>
      </p:pic>
      <p:pic>
        <p:nvPicPr>
          <p:cNvPr id="8" name="图片 12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9846865" y="1628750"/>
            <a:ext cx="621110" cy="557446"/>
          </a:xfrm>
          <a:prstGeom prst="rect">
            <a:avLst/>
          </a:prstGeom>
        </p:spPr>
      </p:pic>
      <p:pic>
        <p:nvPicPr>
          <p:cNvPr id="9" name="图片 13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590831" y="3377985"/>
            <a:ext cx="621110" cy="557446"/>
          </a:xfrm>
          <a:prstGeom prst="rect">
            <a:avLst/>
          </a:prstGeom>
        </p:spPr>
      </p:pic>
      <p:pic>
        <p:nvPicPr>
          <p:cNvPr id="10" name="图片 2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303690" y="699316"/>
            <a:ext cx="1989099" cy="123383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2717960" y="2388531"/>
            <a:ext cx="1595119" cy="98945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451088" y="5271587"/>
            <a:ext cx="7918711" cy="1713342"/>
          </a:xfrm>
          <a:prstGeom prst="rect">
            <a:avLst/>
          </a:prstGeom>
        </p:spPr>
      </p:pic>
      <p:pic>
        <p:nvPicPr>
          <p:cNvPr id="14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537970" y="-473550"/>
            <a:ext cx="5504430" cy="3558420"/>
          </a:xfrm>
          <a:prstGeom prst="rect">
            <a:avLst/>
          </a:prstGeom>
        </p:spPr>
      </p:pic>
      <p:pic>
        <p:nvPicPr>
          <p:cNvPr id="15" name="图片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 flipH="1">
            <a:off x="10166486" y="4838609"/>
            <a:ext cx="1600200" cy="1838108"/>
          </a:xfrm>
          <a:prstGeom prst="rect">
            <a:avLst/>
          </a:prstGeom>
        </p:spPr>
      </p:pic>
      <p:pic>
        <p:nvPicPr>
          <p:cNvPr id="16" name="图片 4"/>
          <p:cNvPicPr>
            <a:picLocks noChangeAspect="1"/>
          </p:cNvPicPr>
          <p:nvPr userDrawn="1"/>
        </p:nvPicPr>
        <p:blipFill rotWithShape="1">
          <a:blip r:embed="rId5"/>
          <a:srcRect t="27548" r="72371"/>
          <a:stretch>
            <a:fillRect/>
          </a:stretch>
        </p:blipFill>
        <p:spPr>
          <a:xfrm>
            <a:off x="0" y="3965109"/>
            <a:ext cx="1600200" cy="3246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过渡页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795884" y="1150374"/>
            <a:ext cx="3121033" cy="5707625"/>
          </a:xfrm>
          <a:prstGeom prst="rect">
            <a:avLst/>
          </a:prstGeom>
        </p:spPr>
      </p:pic>
      <p:pic>
        <p:nvPicPr>
          <p:cNvPr id="3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8837482">
            <a:off x="-435559" y="1297064"/>
            <a:ext cx="3914747" cy="582715"/>
          </a:xfrm>
          <a:prstGeom prst="rect">
            <a:avLst/>
          </a:prstGeom>
        </p:spPr>
      </p:pic>
      <p:pic>
        <p:nvPicPr>
          <p:cNvPr id="33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20570567">
            <a:off x="-1047" y="487530"/>
            <a:ext cx="3539614" cy="526876"/>
          </a:xfrm>
          <a:prstGeom prst="rect">
            <a:avLst/>
          </a:prstGeom>
        </p:spPr>
      </p:pic>
      <p:pic>
        <p:nvPicPr>
          <p:cNvPr id="34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07333" y="521736"/>
            <a:ext cx="8033816" cy="5355877"/>
          </a:xfrm>
          <a:prstGeom prst="rect">
            <a:avLst/>
          </a:prstGeom>
        </p:spPr>
      </p:pic>
      <p:pic>
        <p:nvPicPr>
          <p:cNvPr id="35" name="图片 9"/>
          <p:cNvPicPr>
            <a:picLocks noChangeAspect="1"/>
          </p:cNvPicPr>
          <p:nvPr userDrawn="1"/>
        </p:nvPicPr>
        <p:blipFill rotWithShape="1">
          <a:blip r:embed="rId5"/>
          <a:srcRect l="929" t="40119" r="-929" b="39904"/>
          <a:stretch>
            <a:fillRect/>
          </a:stretch>
        </p:blipFill>
        <p:spPr>
          <a:xfrm>
            <a:off x="3537522" y="5450020"/>
            <a:ext cx="6349206" cy="1268361"/>
          </a:xfrm>
          <a:prstGeom prst="rect">
            <a:avLst/>
          </a:prstGeom>
        </p:spPr>
      </p:pic>
      <p:pic>
        <p:nvPicPr>
          <p:cNvPr id="36" name="图片 10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269084" y="4343832"/>
            <a:ext cx="1238249" cy="1111328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2299273" y="4343832"/>
            <a:ext cx="793219" cy="7119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68" y="389603"/>
            <a:ext cx="3305175" cy="533400"/>
          </a:xfrm>
          <a:prstGeom prst="rect">
            <a:avLst/>
          </a:prstGeom>
        </p:spPr>
      </p:pic>
      <p:sp>
        <p:nvSpPr>
          <p:cNvPr id="40" name="标题 1"/>
          <p:cNvSpPr>
            <a:spLocks noGrp="1"/>
          </p:cNvSpPr>
          <p:nvPr>
            <p:ph type="title" hasCustomPrompt="1"/>
          </p:nvPr>
        </p:nvSpPr>
        <p:spPr>
          <a:xfrm>
            <a:off x="678543" y="389602"/>
            <a:ext cx="3646714" cy="533401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0777B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0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1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2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3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7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0" name="日期占位符 3"/>
          <p:cNvSpPr>
            <a:spLocks noGrp="1"/>
          </p:cNvSpPr>
          <p:nvPr>
            <p:ph type="dt" sz="half" idx="10"/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440248D-4716-4E6F-AA28-B643293C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5B5B642-DCE5-4DF1-917F-3EDA742BD9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6"/>
          <p:cNvGrpSpPr/>
          <p:nvPr userDrawn="1"/>
        </p:nvGrpSpPr>
        <p:grpSpPr>
          <a:xfrm>
            <a:off x="571500" y="-90447"/>
            <a:ext cx="12192000" cy="6948447"/>
            <a:chOff x="0" y="-90447"/>
            <a:chExt cx="12192000" cy="6948447"/>
          </a:xfrm>
        </p:grpSpPr>
        <p:grpSp>
          <p:nvGrpSpPr>
            <p:cNvPr id="74" name="组合 7"/>
            <p:cNvGrpSpPr/>
            <p:nvPr userDrawn="1"/>
          </p:nvGrpSpPr>
          <p:grpSpPr>
            <a:xfrm>
              <a:off x="90290" y="139056"/>
              <a:ext cx="12101710" cy="6718944"/>
              <a:chOff x="-7003845" y="-8520588"/>
              <a:chExt cx="12192000" cy="5583942"/>
            </a:xfrm>
          </p:grpSpPr>
          <p:cxnSp>
            <p:nvCxnSpPr>
              <p:cNvPr id="75" name="直接连接符 42"/>
              <p:cNvCxnSpPr/>
              <p:nvPr userDrawn="1"/>
            </p:nvCxnSpPr>
            <p:spPr>
              <a:xfrm>
                <a:off x="-7003845" y="-852058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43"/>
              <p:cNvCxnSpPr/>
              <p:nvPr userDrawn="1"/>
            </p:nvCxnSpPr>
            <p:spPr>
              <a:xfrm>
                <a:off x="-7003845" y="-825468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44"/>
              <p:cNvCxnSpPr/>
              <p:nvPr userDrawn="1"/>
            </p:nvCxnSpPr>
            <p:spPr>
              <a:xfrm>
                <a:off x="-7003845" y="-798878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45"/>
              <p:cNvCxnSpPr/>
              <p:nvPr userDrawn="1"/>
            </p:nvCxnSpPr>
            <p:spPr>
              <a:xfrm>
                <a:off x="-7003845" y="-772288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46"/>
              <p:cNvCxnSpPr/>
              <p:nvPr userDrawn="1"/>
            </p:nvCxnSpPr>
            <p:spPr>
              <a:xfrm>
                <a:off x="-7003845" y="-745698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47"/>
              <p:cNvCxnSpPr/>
              <p:nvPr userDrawn="1"/>
            </p:nvCxnSpPr>
            <p:spPr>
              <a:xfrm>
                <a:off x="-7003845" y="-719107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48"/>
              <p:cNvCxnSpPr/>
              <p:nvPr userDrawn="1"/>
            </p:nvCxnSpPr>
            <p:spPr>
              <a:xfrm>
                <a:off x="-7003845" y="-692517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49"/>
              <p:cNvCxnSpPr/>
              <p:nvPr userDrawn="1"/>
            </p:nvCxnSpPr>
            <p:spPr>
              <a:xfrm>
                <a:off x="-7003845" y="-665927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50"/>
              <p:cNvCxnSpPr/>
              <p:nvPr userDrawn="1"/>
            </p:nvCxnSpPr>
            <p:spPr>
              <a:xfrm>
                <a:off x="-7003845" y="-639337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51"/>
              <p:cNvCxnSpPr/>
              <p:nvPr userDrawn="1"/>
            </p:nvCxnSpPr>
            <p:spPr>
              <a:xfrm>
                <a:off x="-7003845" y="-612747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52"/>
              <p:cNvCxnSpPr/>
              <p:nvPr userDrawn="1"/>
            </p:nvCxnSpPr>
            <p:spPr>
              <a:xfrm>
                <a:off x="-7003845" y="-586156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53"/>
              <p:cNvCxnSpPr/>
              <p:nvPr userDrawn="1"/>
            </p:nvCxnSpPr>
            <p:spPr>
              <a:xfrm>
                <a:off x="-7003845" y="-559566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54"/>
              <p:cNvCxnSpPr/>
              <p:nvPr userDrawn="1"/>
            </p:nvCxnSpPr>
            <p:spPr>
              <a:xfrm>
                <a:off x="-7003845" y="-532976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55"/>
              <p:cNvCxnSpPr/>
              <p:nvPr userDrawn="1"/>
            </p:nvCxnSpPr>
            <p:spPr>
              <a:xfrm>
                <a:off x="-7003845" y="-506386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56"/>
              <p:cNvCxnSpPr/>
              <p:nvPr userDrawn="1"/>
            </p:nvCxnSpPr>
            <p:spPr>
              <a:xfrm>
                <a:off x="-7003845" y="-479796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57"/>
              <p:cNvCxnSpPr/>
              <p:nvPr userDrawn="1"/>
            </p:nvCxnSpPr>
            <p:spPr>
              <a:xfrm>
                <a:off x="-7003845" y="-453205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58"/>
              <p:cNvCxnSpPr/>
              <p:nvPr userDrawn="1"/>
            </p:nvCxnSpPr>
            <p:spPr>
              <a:xfrm>
                <a:off x="-7003845" y="-426615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59"/>
              <p:cNvCxnSpPr/>
              <p:nvPr userDrawn="1"/>
            </p:nvCxnSpPr>
            <p:spPr>
              <a:xfrm>
                <a:off x="-7003845" y="-400025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60"/>
              <p:cNvCxnSpPr/>
              <p:nvPr userDrawn="1"/>
            </p:nvCxnSpPr>
            <p:spPr>
              <a:xfrm>
                <a:off x="-7003845" y="-373435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61"/>
              <p:cNvCxnSpPr/>
              <p:nvPr userDrawn="1"/>
            </p:nvCxnSpPr>
            <p:spPr>
              <a:xfrm>
                <a:off x="-7003845" y="-346845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62"/>
              <p:cNvCxnSpPr/>
              <p:nvPr userDrawn="1"/>
            </p:nvCxnSpPr>
            <p:spPr>
              <a:xfrm>
                <a:off x="-7003845" y="-320254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63"/>
              <p:cNvCxnSpPr/>
              <p:nvPr userDrawn="1"/>
            </p:nvCxnSpPr>
            <p:spPr>
              <a:xfrm>
                <a:off x="-7003845" y="-293664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97" name="组合 8"/>
            <p:cNvGrpSpPr/>
            <p:nvPr userDrawn="1"/>
          </p:nvGrpSpPr>
          <p:grpSpPr>
            <a:xfrm>
              <a:off x="0" y="-90447"/>
              <a:ext cx="12052549" cy="6858000"/>
              <a:chOff x="-1563329" y="-8901595"/>
              <a:chExt cx="12307217" cy="6914111"/>
            </a:xfrm>
          </p:grpSpPr>
          <p:cxnSp>
            <p:nvCxnSpPr>
              <p:cNvPr id="98" name="直接连接符 9"/>
              <p:cNvCxnSpPr/>
              <p:nvPr userDrawn="1"/>
            </p:nvCxnSpPr>
            <p:spPr>
              <a:xfrm rot="5400000">
                <a:off x="45946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10"/>
              <p:cNvCxnSpPr/>
              <p:nvPr userDrawn="1"/>
            </p:nvCxnSpPr>
            <p:spPr>
              <a:xfrm rot="5400000">
                <a:off x="4210027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11"/>
              <p:cNvCxnSpPr/>
              <p:nvPr userDrawn="1"/>
            </p:nvCxnSpPr>
            <p:spPr>
              <a:xfrm rot="5400000">
                <a:off x="3825427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2"/>
              <p:cNvCxnSpPr/>
              <p:nvPr userDrawn="1"/>
            </p:nvCxnSpPr>
            <p:spPr>
              <a:xfrm rot="5400000">
                <a:off x="3440826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3"/>
              <p:cNvCxnSpPr/>
              <p:nvPr userDrawn="1"/>
            </p:nvCxnSpPr>
            <p:spPr>
              <a:xfrm rot="5400000">
                <a:off x="3056226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4"/>
              <p:cNvCxnSpPr/>
              <p:nvPr userDrawn="1"/>
            </p:nvCxnSpPr>
            <p:spPr>
              <a:xfrm rot="5400000">
                <a:off x="26716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5"/>
              <p:cNvCxnSpPr/>
              <p:nvPr userDrawn="1"/>
            </p:nvCxnSpPr>
            <p:spPr>
              <a:xfrm rot="5400000">
                <a:off x="22870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6"/>
              <p:cNvCxnSpPr/>
              <p:nvPr userDrawn="1"/>
            </p:nvCxnSpPr>
            <p:spPr>
              <a:xfrm rot="5400000">
                <a:off x="19024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7"/>
              <p:cNvCxnSpPr/>
              <p:nvPr userDrawn="1"/>
            </p:nvCxnSpPr>
            <p:spPr>
              <a:xfrm rot="5400000">
                <a:off x="151782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8"/>
              <p:cNvCxnSpPr/>
              <p:nvPr userDrawn="1"/>
            </p:nvCxnSpPr>
            <p:spPr>
              <a:xfrm rot="5400000">
                <a:off x="113322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9"/>
              <p:cNvCxnSpPr/>
              <p:nvPr userDrawn="1"/>
            </p:nvCxnSpPr>
            <p:spPr>
              <a:xfrm rot="5400000">
                <a:off x="74862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20"/>
              <p:cNvCxnSpPr/>
              <p:nvPr userDrawn="1"/>
            </p:nvCxnSpPr>
            <p:spPr>
              <a:xfrm rot="5400000">
                <a:off x="36402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21"/>
              <p:cNvCxnSpPr/>
              <p:nvPr userDrawn="1"/>
            </p:nvCxnSpPr>
            <p:spPr>
              <a:xfrm rot="5400000">
                <a:off x="-2057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22"/>
              <p:cNvCxnSpPr/>
              <p:nvPr userDrawn="1"/>
            </p:nvCxnSpPr>
            <p:spPr>
              <a:xfrm rot="5400000">
                <a:off x="-40517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23"/>
              <p:cNvCxnSpPr/>
              <p:nvPr userDrawn="1"/>
            </p:nvCxnSpPr>
            <p:spPr>
              <a:xfrm rot="5400000">
                <a:off x="-789779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24"/>
              <p:cNvCxnSpPr/>
              <p:nvPr userDrawn="1"/>
            </p:nvCxnSpPr>
            <p:spPr>
              <a:xfrm rot="5400000">
                <a:off x="-1174379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25"/>
              <p:cNvCxnSpPr/>
              <p:nvPr userDrawn="1"/>
            </p:nvCxnSpPr>
            <p:spPr>
              <a:xfrm rot="5400000">
                <a:off x="-15589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26"/>
              <p:cNvCxnSpPr/>
              <p:nvPr userDrawn="1"/>
            </p:nvCxnSpPr>
            <p:spPr>
              <a:xfrm rot="5400000">
                <a:off x="-19435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27"/>
              <p:cNvCxnSpPr/>
              <p:nvPr userDrawn="1"/>
            </p:nvCxnSpPr>
            <p:spPr>
              <a:xfrm rot="5400000">
                <a:off x="-23281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28"/>
              <p:cNvCxnSpPr/>
              <p:nvPr userDrawn="1"/>
            </p:nvCxnSpPr>
            <p:spPr>
              <a:xfrm rot="5400000">
                <a:off x="-271278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29"/>
              <p:cNvCxnSpPr/>
              <p:nvPr userDrawn="1"/>
            </p:nvCxnSpPr>
            <p:spPr>
              <a:xfrm rot="5400000">
                <a:off x="-309738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30"/>
              <p:cNvCxnSpPr/>
              <p:nvPr userDrawn="1"/>
            </p:nvCxnSpPr>
            <p:spPr>
              <a:xfrm rot="5400000">
                <a:off x="-348198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31"/>
              <p:cNvCxnSpPr/>
              <p:nvPr userDrawn="1"/>
            </p:nvCxnSpPr>
            <p:spPr>
              <a:xfrm rot="5400000">
                <a:off x="-386658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32"/>
              <p:cNvCxnSpPr/>
              <p:nvPr userDrawn="1"/>
            </p:nvCxnSpPr>
            <p:spPr>
              <a:xfrm rot="5400000">
                <a:off x="-425118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33"/>
              <p:cNvCxnSpPr/>
              <p:nvPr userDrawn="1"/>
            </p:nvCxnSpPr>
            <p:spPr>
              <a:xfrm rot="5400000">
                <a:off x="-463578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34"/>
              <p:cNvCxnSpPr/>
              <p:nvPr userDrawn="1"/>
            </p:nvCxnSpPr>
            <p:spPr>
              <a:xfrm rot="5400000">
                <a:off x="-502038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35"/>
              <p:cNvCxnSpPr/>
              <p:nvPr userDrawn="1"/>
            </p:nvCxnSpPr>
            <p:spPr>
              <a:xfrm rot="5400000">
                <a:off x="728683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36"/>
              <p:cNvCxnSpPr/>
              <p:nvPr userDrawn="1"/>
            </p:nvCxnSpPr>
            <p:spPr>
              <a:xfrm rot="5400000">
                <a:off x="690223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37"/>
              <p:cNvCxnSpPr/>
              <p:nvPr userDrawn="1"/>
            </p:nvCxnSpPr>
            <p:spPr>
              <a:xfrm rot="5400000">
                <a:off x="651763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38"/>
              <p:cNvCxnSpPr/>
              <p:nvPr userDrawn="1"/>
            </p:nvCxnSpPr>
            <p:spPr>
              <a:xfrm rot="5400000">
                <a:off x="6133030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39"/>
              <p:cNvCxnSpPr/>
              <p:nvPr userDrawn="1"/>
            </p:nvCxnSpPr>
            <p:spPr>
              <a:xfrm rot="5400000">
                <a:off x="5748430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40"/>
              <p:cNvCxnSpPr/>
              <p:nvPr userDrawn="1"/>
            </p:nvCxnSpPr>
            <p:spPr>
              <a:xfrm rot="5400000">
                <a:off x="53638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41"/>
              <p:cNvCxnSpPr/>
              <p:nvPr userDrawn="1"/>
            </p:nvCxnSpPr>
            <p:spPr>
              <a:xfrm rot="5400000">
                <a:off x="49792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4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1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2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59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0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61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2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3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7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2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76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77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7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8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8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8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90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9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8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0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0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6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7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3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3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3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2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1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2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5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5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2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8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59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60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1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6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1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96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image" Target="../media/image18.png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18.png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98"/>
          <p:cNvGrpSpPr/>
          <p:nvPr userDrawn="1"/>
        </p:nvGrpSpPr>
        <p:grpSpPr>
          <a:xfrm>
            <a:off x="90290" y="139056"/>
            <a:ext cx="12101710" cy="6718944"/>
            <a:chOff x="-7003845" y="-8520588"/>
            <a:chExt cx="12192000" cy="5583942"/>
          </a:xfrm>
        </p:grpSpPr>
        <p:cxnSp>
          <p:nvCxnSpPr>
            <p:cNvPr id="3" name="直接连接符 233"/>
            <p:cNvCxnSpPr/>
            <p:nvPr userDrawn="1"/>
          </p:nvCxnSpPr>
          <p:spPr>
            <a:xfrm>
              <a:off x="-7003845" y="-852058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" name="直接连接符 234"/>
            <p:cNvCxnSpPr/>
            <p:nvPr userDrawn="1"/>
          </p:nvCxnSpPr>
          <p:spPr>
            <a:xfrm>
              <a:off x="-7003845" y="-825468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" name="直接连接符 235"/>
            <p:cNvCxnSpPr/>
            <p:nvPr userDrawn="1"/>
          </p:nvCxnSpPr>
          <p:spPr>
            <a:xfrm>
              <a:off x="-7003845" y="-798878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直接连接符 236"/>
            <p:cNvCxnSpPr/>
            <p:nvPr userDrawn="1"/>
          </p:nvCxnSpPr>
          <p:spPr>
            <a:xfrm>
              <a:off x="-7003845" y="-772288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" name="直接连接符 237"/>
            <p:cNvCxnSpPr/>
            <p:nvPr userDrawn="1"/>
          </p:nvCxnSpPr>
          <p:spPr>
            <a:xfrm>
              <a:off x="-7003845" y="-745698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直接连接符 238"/>
            <p:cNvCxnSpPr/>
            <p:nvPr userDrawn="1"/>
          </p:nvCxnSpPr>
          <p:spPr>
            <a:xfrm>
              <a:off x="-7003845" y="-719107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直接连接符 239"/>
            <p:cNvCxnSpPr/>
            <p:nvPr userDrawn="1"/>
          </p:nvCxnSpPr>
          <p:spPr>
            <a:xfrm>
              <a:off x="-7003845" y="-692517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直接连接符 240"/>
            <p:cNvCxnSpPr/>
            <p:nvPr userDrawn="1"/>
          </p:nvCxnSpPr>
          <p:spPr>
            <a:xfrm>
              <a:off x="-7003845" y="-665927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直接连接符 241"/>
            <p:cNvCxnSpPr/>
            <p:nvPr userDrawn="1"/>
          </p:nvCxnSpPr>
          <p:spPr>
            <a:xfrm>
              <a:off x="-7003845" y="-639337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直接连接符 242"/>
            <p:cNvCxnSpPr/>
            <p:nvPr userDrawn="1"/>
          </p:nvCxnSpPr>
          <p:spPr>
            <a:xfrm>
              <a:off x="-7003845" y="-612747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接连接符 243"/>
            <p:cNvCxnSpPr/>
            <p:nvPr userDrawn="1"/>
          </p:nvCxnSpPr>
          <p:spPr>
            <a:xfrm>
              <a:off x="-7003845" y="-586156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接连接符 244"/>
            <p:cNvCxnSpPr/>
            <p:nvPr userDrawn="1"/>
          </p:nvCxnSpPr>
          <p:spPr>
            <a:xfrm>
              <a:off x="-7003845" y="-559566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接连接符 245"/>
            <p:cNvCxnSpPr/>
            <p:nvPr userDrawn="1"/>
          </p:nvCxnSpPr>
          <p:spPr>
            <a:xfrm>
              <a:off x="-7003845" y="-532976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连接符 246"/>
            <p:cNvCxnSpPr/>
            <p:nvPr userDrawn="1"/>
          </p:nvCxnSpPr>
          <p:spPr>
            <a:xfrm>
              <a:off x="-7003845" y="-506386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直接连接符 247"/>
            <p:cNvCxnSpPr/>
            <p:nvPr userDrawn="1"/>
          </p:nvCxnSpPr>
          <p:spPr>
            <a:xfrm>
              <a:off x="-7003845" y="-479796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直接连接符 248"/>
            <p:cNvCxnSpPr/>
            <p:nvPr userDrawn="1"/>
          </p:nvCxnSpPr>
          <p:spPr>
            <a:xfrm>
              <a:off x="-7003845" y="-453205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直接连接符 249"/>
            <p:cNvCxnSpPr/>
            <p:nvPr userDrawn="1"/>
          </p:nvCxnSpPr>
          <p:spPr>
            <a:xfrm>
              <a:off x="-7003845" y="-426615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直接连接符 250"/>
            <p:cNvCxnSpPr/>
            <p:nvPr userDrawn="1"/>
          </p:nvCxnSpPr>
          <p:spPr>
            <a:xfrm>
              <a:off x="-7003845" y="-400025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直接连接符 251"/>
            <p:cNvCxnSpPr/>
            <p:nvPr userDrawn="1"/>
          </p:nvCxnSpPr>
          <p:spPr>
            <a:xfrm>
              <a:off x="-7003845" y="-373435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直接连接符 252"/>
            <p:cNvCxnSpPr/>
            <p:nvPr userDrawn="1"/>
          </p:nvCxnSpPr>
          <p:spPr>
            <a:xfrm>
              <a:off x="-7003845" y="-346845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直接连接符 253"/>
            <p:cNvCxnSpPr/>
            <p:nvPr userDrawn="1"/>
          </p:nvCxnSpPr>
          <p:spPr>
            <a:xfrm>
              <a:off x="-7003845" y="-320254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直接连接符 254"/>
            <p:cNvCxnSpPr/>
            <p:nvPr userDrawn="1"/>
          </p:nvCxnSpPr>
          <p:spPr>
            <a:xfrm>
              <a:off x="-7003845" y="-293664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5" name="组合 199"/>
          <p:cNvGrpSpPr/>
          <p:nvPr userDrawn="1"/>
        </p:nvGrpSpPr>
        <p:grpSpPr>
          <a:xfrm>
            <a:off x="0" y="-90447"/>
            <a:ext cx="12052549" cy="6858000"/>
            <a:chOff x="-1563329" y="-8901595"/>
            <a:chExt cx="12307217" cy="6914111"/>
          </a:xfrm>
        </p:grpSpPr>
        <p:cxnSp>
          <p:nvCxnSpPr>
            <p:cNvPr id="26" name="直接连接符 200"/>
            <p:cNvCxnSpPr/>
            <p:nvPr userDrawn="1"/>
          </p:nvCxnSpPr>
          <p:spPr>
            <a:xfrm rot="5400000">
              <a:off x="45946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直接连接符 201"/>
            <p:cNvCxnSpPr/>
            <p:nvPr userDrawn="1"/>
          </p:nvCxnSpPr>
          <p:spPr>
            <a:xfrm rot="5400000">
              <a:off x="4210027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直接连接符 202"/>
            <p:cNvCxnSpPr/>
            <p:nvPr userDrawn="1"/>
          </p:nvCxnSpPr>
          <p:spPr>
            <a:xfrm rot="5400000">
              <a:off x="3825427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直接连接符 203"/>
            <p:cNvCxnSpPr/>
            <p:nvPr userDrawn="1"/>
          </p:nvCxnSpPr>
          <p:spPr>
            <a:xfrm rot="5400000">
              <a:off x="3440826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直接连接符 204"/>
            <p:cNvCxnSpPr/>
            <p:nvPr userDrawn="1"/>
          </p:nvCxnSpPr>
          <p:spPr>
            <a:xfrm rot="5400000">
              <a:off x="3056226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直接连接符 205"/>
            <p:cNvCxnSpPr/>
            <p:nvPr userDrawn="1"/>
          </p:nvCxnSpPr>
          <p:spPr>
            <a:xfrm rot="5400000">
              <a:off x="26716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2" name="直接连接符 206"/>
            <p:cNvCxnSpPr/>
            <p:nvPr userDrawn="1"/>
          </p:nvCxnSpPr>
          <p:spPr>
            <a:xfrm rot="5400000">
              <a:off x="22870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直接连接符 207"/>
            <p:cNvCxnSpPr/>
            <p:nvPr userDrawn="1"/>
          </p:nvCxnSpPr>
          <p:spPr>
            <a:xfrm rot="5400000">
              <a:off x="19024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直接连接符 208"/>
            <p:cNvCxnSpPr/>
            <p:nvPr userDrawn="1"/>
          </p:nvCxnSpPr>
          <p:spPr>
            <a:xfrm rot="5400000">
              <a:off x="151782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直接连接符 209"/>
            <p:cNvCxnSpPr/>
            <p:nvPr userDrawn="1"/>
          </p:nvCxnSpPr>
          <p:spPr>
            <a:xfrm rot="5400000">
              <a:off x="113322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6" name="直接连接符 210"/>
            <p:cNvCxnSpPr/>
            <p:nvPr userDrawn="1"/>
          </p:nvCxnSpPr>
          <p:spPr>
            <a:xfrm rot="5400000">
              <a:off x="74862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直接连接符 211"/>
            <p:cNvCxnSpPr/>
            <p:nvPr userDrawn="1"/>
          </p:nvCxnSpPr>
          <p:spPr>
            <a:xfrm rot="5400000">
              <a:off x="36402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直接连接符 212"/>
            <p:cNvCxnSpPr/>
            <p:nvPr userDrawn="1"/>
          </p:nvCxnSpPr>
          <p:spPr>
            <a:xfrm rot="5400000">
              <a:off x="-2057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直接连接符 213"/>
            <p:cNvCxnSpPr/>
            <p:nvPr userDrawn="1"/>
          </p:nvCxnSpPr>
          <p:spPr>
            <a:xfrm rot="5400000">
              <a:off x="-40517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直接连接符 214"/>
            <p:cNvCxnSpPr/>
            <p:nvPr userDrawn="1"/>
          </p:nvCxnSpPr>
          <p:spPr>
            <a:xfrm rot="5400000">
              <a:off x="-789779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直接连接符 215"/>
            <p:cNvCxnSpPr/>
            <p:nvPr userDrawn="1"/>
          </p:nvCxnSpPr>
          <p:spPr>
            <a:xfrm rot="5400000">
              <a:off x="-1174379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直接连接符 216"/>
            <p:cNvCxnSpPr/>
            <p:nvPr userDrawn="1"/>
          </p:nvCxnSpPr>
          <p:spPr>
            <a:xfrm rot="5400000">
              <a:off x="-15589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直接连接符 217"/>
            <p:cNvCxnSpPr/>
            <p:nvPr userDrawn="1"/>
          </p:nvCxnSpPr>
          <p:spPr>
            <a:xfrm rot="5400000">
              <a:off x="-19435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直接连接符 218"/>
            <p:cNvCxnSpPr/>
            <p:nvPr userDrawn="1"/>
          </p:nvCxnSpPr>
          <p:spPr>
            <a:xfrm rot="5400000">
              <a:off x="-23281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5" name="直接连接符 219"/>
            <p:cNvCxnSpPr/>
            <p:nvPr userDrawn="1"/>
          </p:nvCxnSpPr>
          <p:spPr>
            <a:xfrm rot="5400000">
              <a:off x="-271278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6" name="直接连接符 220"/>
            <p:cNvCxnSpPr/>
            <p:nvPr userDrawn="1"/>
          </p:nvCxnSpPr>
          <p:spPr>
            <a:xfrm rot="5400000">
              <a:off x="-309738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直接连接符 221"/>
            <p:cNvCxnSpPr/>
            <p:nvPr userDrawn="1"/>
          </p:nvCxnSpPr>
          <p:spPr>
            <a:xfrm rot="5400000">
              <a:off x="-348198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直接连接符 222"/>
            <p:cNvCxnSpPr/>
            <p:nvPr userDrawn="1"/>
          </p:nvCxnSpPr>
          <p:spPr>
            <a:xfrm rot="5400000">
              <a:off x="-386658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9" name="直接连接符 223"/>
            <p:cNvCxnSpPr/>
            <p:nvPr userDrawn="1"/>
          </p:nvCxnSpPr>
          <p:spPr>
            <a:xfrm rot="5400000">
              <a:off x="-425118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0" name="直接连接符 224"/>
            <p:cNvCxnSpPr/>
            <p:nvPr userDrawn="1"/>
          </p:nvCxnSpPr>
          <p:spPr>
            <a:xfrm rot="5400000">
              <a:off x="-463578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直接连接符 225"/>
            <p:cNvCxnSpPr/>
            <p:nvPr userDrawn="1"/>
          </p:nvCxnSpPr>
          <p:spPr>
            <a:xfrm rot="5400000">
              <a:off x="-502038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直接连接符 226"/>
            <p:cNvCxnSpPr/>
            <p:nvPr userDrawn="1"/>
          </p:nvCxnSpPr>
          <p:spPr>
            <a:xfrm rot="5400000">
              <a:off x="728683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3" name="直接连接符 227"/>
            <p:cNvCxnSpPr/>
            <p:nvPr userDrawn="1"/>
          </p:nvCxnSpPr>
          <p:spPr>
            <a:xfrm rot="5400000">
              <a:off x="690223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直接连接符 228"/>
            <p:cNvCxnSpPr/>
            <p:nvPr userDrawn="1"/>
          </p:nvCxnSpPr>
          <p:spPr>
            <a:xfrm rot="5400000">
              <a:off x="651763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直接连接符 229"/>
            <p:cNvCxnSpPr/>
            <p:nvPr userDrawn="1"/>
          </p:nvCxnSpPr>
          <p:spPr>
            <a:xfrm rot="5400000">
              <a:off x="6133030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6" name="直接连接符 230"/>
            <p:cNvCxnSpPr/>
            <p:nvPr userDrawn="1"/>
          </p:nvCxnSpPr>
          <p:spPr>
            <a:xfrm rot="5400000">
              <a:off x="5748430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直接连接符 231"/>
            <p:cNvCxnSpPr/>
            <p:nvPr userDrawn="1"/>
          </p:nvCxnSpPr>
          <p:spPr>
            <a:xfrm rot="5400000">
              <a:off x="53638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8" name="直接连接符 232"/>
            <p:cNvCxnSpPr/>
            <p:nvPr userDrawn="1"/>
          </p:nvCxnSpPr>
          <p:spPr>
            <a:xfrm rot="5400000">
              <a:off x="49792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"/>
          <p:cNvPicPr>
            <a:picLocks noChangeAspect="1"/>
          </p:cNvPicPr>
          <p:nvPr userDrawn="1"/>
        </p:nvPicPr>
        <p:blipFill rotWithShape="1">
          <a:blip r:embed="rId12"/>
          <a:srcRect l="12817" b="4597"/>
          <a:stretch>
            <a:fillRect/>
          </a:stretch>
        </p:blipFill>
        <p:spPr>
          <a:xfrm rot="393603">
            <a:off x="-240983" y="-570506"/>
            <a:ext cx="13278257" cy="7846469"/>
          </a:xfrm>
          <a:prstGeom prst="rect">
            <a:avLst/>
          </a:prstGeom>
        </p:spPr>
      </p:pic>
      <p:sp>
        <p:nvSpPr>
          <p:cNvPr id="65" name="矩形 7"/>
          <p:cNvSpPr/>
          <p:nvPr userDrawn="1"/>
        </p:nvSpPr>
        <p:spPr>
          <a:xfrm>
            <a:off x="0" y="0"/>
            <a:ext cx="12192000" cy="6843790"/>
          </a:xfrm>
          <a:prstGeom prst="rect">
            <a:avLst/>
          </a:prstGeom>
          <a:solidFill>
            <a:srgbClr val="F6C73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"/>
          <p:cNvPicPr>
            <a:picLocks noChangeAspect="1"/>
          </p:cNvPicPr>
          <p:nvPr userDrawn="1"/>
        </p:nvPicPr>
        <p:blipFill rotWithShape="1">
          <a:blip r:embed="rId2"/>
          <a:srcRect l="12817" b="4597"/>
          <a:stretch>
            <a:fillRect/>
          </a:stretch>
        </p:blipFill>
        <p:spPr>
          <a:xfrm rot="393603">
            <a:off x="-240983" y="-570506"/>
            <a:ext cx="13278257" cy="7846469"/>
          </a:xfrm>
          <a:prstGeom prst="rect">
            <a:avLst/>
          </a:prstGeom>
        </p:spPr>
      </p:pic>
      <p:sp>
        <p:nvSpPr>
          <p:cNvPr id="62" name="矩形 7"/>
          <p:cNvSpPr/>
          <p:nvPr userDrawn="1"/>
        </p:nvSpPr>
        <p:spPr>
          <a:xfrm>
            <a:off x="0" y="0"/>
            <a:ext cx="12192000" cy="6843790"/>
          </a:xfrm>
          <a:prstGeom prst="rect">
            <a:avLst/>
          </a:prstGeom>
          <a:solidFill>
            <a:srgbClr val="F6C73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36.xml"/><Relationship Id="rId4" Type="http://schemas.openxmlformats.org/officeDocument/2006/relationships/notesSlide" Target="../notesSlides/notes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7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image19.png"/>
          <p:cNvPicPr>
            <a:picLocks noChangeAspect="1"/>
          </p:cNvPicPr>
          <p:nvPr/>
        </p:nvPicPr>
        <p:blipFill>
          <a:blip r:embed="rId1"/>
          <a:srcRect t="41390" b="21549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733" name="云形标注 3"/>
          <p:cNvSpPr/>
          <p:nvPr/>
        </p:nvSpPr>
        <p:spPr>
          <a:xfrm rot="180000">
            <a:off x="806854" y="12224"/>
            <a:ext cx="10865299" cy="2719070"/>
          </a:xfrm>
          <a:prstGeom prst="cloudCallout">
            <a:avLst>
              <a:gd name="adj1" fmla="val -26992"/>
              <a:gd name="adj2" fmla="val 6517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4" name="文本框 14"/>
          <p:cNvSpPr txBox="1">
            <a:spLocks noChangeAspect="1"/>
          </p:cNvSpPr>
          <p:nvPr/>
        </p:nvSpPr>
        <p:spPr>
          <a:xfrm>
            <a:off x="0" y="605155"/>
            <a:ext cx="6417310" cy="1485900"/>
          </a:xfrm>
          <a:prstGeom prst="rect">
            <a:avLst/>
          </a:prstGeom>
          <a:noFill/>
        </p:spPr>
        <p:txBody>
          <a:bodyPr wrap="none" rtlCol="0" anchor="ctr" anchorCtr="0">
            <a:noAutofit/>
            <a:scene3d>
              <a:camera prst="orthographicFront"/>
              <a:lightRig rig="threePt" dir="t"/>
            </a:scene3d>
          </a:bodyPr>
          <a:p>
            <a:pPr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US" sz="4000" b="1" spc="200">
              <a:solidFill>
                <a:srgbClr val="5C3F2F">
                  <a:alpha val="10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graphicFrame>
        <p:nvGraphicFramePr>
          <p:cNvPr id="735" name="Table 734"/>
          <p:cNvGraphicFramePr>
            <a:graphicFrameLocks noGrp="1"/>
          </p:cNvGraphicFramePr>
          <p:nvPr/>
        </p:nvGraphicFramePr>
        <p:xfrm>
          <a:off x="3032255" y="605155"/>
          <a:ext cx="6400800" cy="148590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63600"/>
                <a:gridCol w="863600"/>
                <a:gridCol w="863600"/>
                <a:gridCol w="1168400"/>
                <a:gridCol w="1168400"/>
                <a:gridCol w="1473200"/>
              </a:tblGrid>
              <a:tr h="668655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dàng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817245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字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体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测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试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档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English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230630"/>
            <a:ext cx="9384030" cy="485711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/>
          <a:p>
            <a:pPr mar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sp>
        <p:nvSpPr>
          <p:cNvPr id="2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1305" name="Table 1304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6" name="Table 1305"/>
          <p:cNvGraphicFramePr>
            <a:graphicFrameLocks noGrp="1"/>
          </p:cNvGraphicFramePr>
          <p:nvPr/>
        </p:nvGraphicFramePr>
        <p:xfrm>
          <a:off x="1369060" y="1230630"/>
          <a:ext cx="8445627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445627"/>
              </a:tblGrid>
              <a:tr h="2185701">
                <a:tc>
                  <a:txBody>
                    <a:bodyPr wrap="square" tIns="0" bIns="0" lIns="0" rIns="0"/>
                    <a:lstStyle/>
                    <a:p>
                      <a:pPr algn="l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Hello World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7" name="Table 1306"/>
          <p:cNvGraphicFramePr>
            <a:graphicFrameLocks noGrp="1"/>
          </p:cNvGraphicFramePr>
          <p:nvPr/>
        </p:nvGraphicFramePr>
        <p:xfrm>
          <a:off x="1369060" y="3659187"/>
          <a:ext cx="8445627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445627"/>
              </a:tblGrid>
              <a:tr h="2185701">
                <a:tc>
                  <a:txBody>
                    <a:bodyPr wrap="square" tIns="0" bIns="0" lIns="0" rIns="0"/>
                    <a:lstStyle/>
                    <a:p>
                      <a:pPr algn="l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This is English text.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112139"/>
            <a:ext cx="7724131" cy="5305684"/>
          </a:xfrm>
          <a:prstGeom prst="rect">
            <a:avLst/>
          </a:prstGeom>
          <a:noFill/>
        </p:spPr>
        <p:txBody>
          <a:bodyPr wrap="square" lIns="90170" tIns="46990" rIns="90170" bIns="46990" rtlCol="0" anchor="ctr">
            <a:normAutofit/>
          </a:bodyPr>
          <a:lstStyle/>
          <a:p>
            <a:pPr mar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32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8796020" y="1180465"/>
            <a:ext cx="2441105" cy="5141963"/>
            <a:chOff x="13852" y="2145"/>
            <a:chExt cx="3402" cy="7166"/>
          </a:xfrm>
        </p:grpSpPr>
        <p:pic>
          <p:nvPicPr>
            <p:cNvPr id="632" name="图片 1" descr="图片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3852" y="2145"/>
              <a:ext cx="3402" cy="3402"/>
            </a:xfrm>
            <a:prstGeom prst="rect">
              <a:avLst/>
            </a:prstGeom>
          </p:spPr>
        </p:pic>
        <p:pic>
          <p:nvPicPr>
            <p:cNvPr id="633" name="图片 4" descr="图片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3852" y="5909"/>
              <a:ext cx="3402" cy="3402"/>
            </a:xfrm>
            <a:prstGeom prst="rect">
              <a:avLst/>
            </a:prstGeom>
          </p:spPr>
        </p:pic>
      </p:grpSp>
      <p:sp>
        <p:nvSpPr>
          <p:cNvPr id="580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634" name="Table 633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5" name="Table 634"/>
          <p:cNvGraphicFramePr>
            <a:graphicFrameLocks noGrp="1"/>
          </p:cNvGraphicFramePr>
          <p:nvPr/>
        </p:nvGraphicFramePr>
        <p:xfrm>
          <a:off x="2509830" y="1112139"/>
          <a:ext cx="4368800" cy="2387557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63600"/>
                <a:gridCol w="1168400"/>
                <a:gridCol w="1168400"/>
                <a:gridCol w="1168400"/>
              </a:tblGrid>
              <a:tr h="1074400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hǎo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jiè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313157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你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好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世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界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6" name="Table 635"/>
          <p:cNvGraphicFramePr>
            <a:graphicFrameLocks noGrp="1"/>
          </p:cNvGraphicFramePr>
          <p:nvPr/>
        </p:nvGraphicFramePr>
        <p:xfrm>
          <a:off x="852798" y="3764981"/>
          <a:ext cx="7682865" cy="2387557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080770"/>
                <a:gridCol w="1080770"/>
                <a:gridCol w="1644650"/>
                <a:gridCol w="1080770"/>
                <a:gridCol w="1080770"/>
                <a:gridCol w="1362710"/>
                <a:gridCol w="352425"/>
              </a:tblGrid>
              <a:tr h="1074400"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zhè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zhōng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nèi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róng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313157"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这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是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中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内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容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。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图片 31" descr="花生牛轧糖盒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6187" y="152400"/>
            <a:ext cx="10931525" cy="6594475"/>
          </a:xfrm>
          <a:prstGeom prst="rect">
            <a:avLst/>
          </a:prstGeom>
        </p:spPr>
      </p:pic>
      <p:sp>
        <p:nvSpPr>
          <p:cNvPr id="554" name="文本框 25"/>
          <p:cNvSpPr txBox="1"/>
          <p:nvPr/>
        </p:nvSpPr>
        <p:spPr>
          <a:xfrm>
            <a:off x="1770380" y="1826260"/>
            <a:ext cx="4371340" cy="1323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 defTabSz="457200"/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xiè xi</a:t>
            </a:r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！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zài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jiàn！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zh-CN" sz="3600" b="1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dist" defTabSz="457200"/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谢！</a:t>
            </a:r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再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见！</a:t>
            </a:r>
            <a:r>
              <a:rPr lang="zh-CN" sz="6000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胡晓波骚包体"/>
                <a:ea typeface="胡晓波骚包体"/>
                <a:cs typeface="+mn-cs"/>
              </a:rPr>
              <a:t> </a:t>
            </a:r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  <a:p>
            <a:pPr defTabSz="457200"/>
            <a:r>
              <a:rPr lang="zh-CN" sz="6000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胡晓波骚包体"/>
                <a:ea typeface="胡晓波骚包体"/>
                <a:cs typeface="+mn-cs"/>
              </a:rPr>
              <a:t> </a:t>
            </a:r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  <a:p>
            <a:pPr defTabSz="457200"/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</p:txBody>
      </p:sp>
      <p:pic>
        <p:nvPicPr>
          <p:cNvPr id="555" name="图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800" y="-266072"/>
            <a:ext cx="2092368" cy="2092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9283 L -3.33333E-6 0.0002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Chinese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Mixed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230630"/>
            <a:ext cx="9384030" cy="485711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/>
          <a:p>
            <a:pPr mar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sp>
        <p:nvSpPr>
          <p:cNvPr id="2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1305" name="Table 1304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6" name="Table 1305"/>
          <p:cNvGraphicFramePr>
            <a:graphicFrameLocks noGrp="1"/>
          </p:cNvGraphicFramePr>
          <p:nvPr/>
        </p:nvGraphicFramePr>
        <p:xfrm>
          <a:off x="1369060" y="1230630"/>
          <a:ext cx="9169400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713230"/>
                <a:gridCol w="530860"/>
                <a:gridCol w="820420"/>
                <a:gridCol w="1109980"/>
                <a:gridCol w="530860"/>
                <a:gridCol w="1713230"/>
                <a:gridCol w="530860"/>
                <a:gridCol w="1109980"/>
                <a:gridCol w="1109980"/>
              </a:tblGrid>
              <a:tr h="983565"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hǎo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jiè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202136"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Hello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你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好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World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世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界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7" name="Table 1306"/>
          <p:cNvGraphicFramePr>
            <a:graphicFrameLocks noGrp="1"/>
          </p:cNvGraphicFramePr>
          <p:nvPr/>
        </p:nvGraphicFramePr>
        <p:xfrm>
          <a:off x="1369060" y="3659187"/>
          <a:ext cx="9344025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97355"/>
                <a:gridCol w="377190"/>
                <a:gridCol w="1217295"/>
                <a:gridCol w="377190"/>
                <a:gridCol w="1697355"/>
                <a:gridCol w="377190"/>
                <a:gridCol w="977265"/>
                <a:gridCol w="377190"/>
                <a:gridCol w="1200150"/>
                <a:gridCol w="788670"/>
                <a:gridCol w="257175"/>
              </a:tblGrid>
              <a:tr h="983565"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zhōng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202136"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Testing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mixed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content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with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中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.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90170" tIns="46990" rIns="90170" bIns="46990" numCol="1" rtlCol="0" anchor="ctr" anchorCtr="0">
        <a:normAutofit/>
      </a:bodyPr>
      <a:lstStyle>
        <a:defPPr marL="0" indent="0" algn="ctr" defTabSz="914400">
          <a:lnSpc>
            <a:spcPct val="150000"/>
          </a:lnSpc>
          <a:spcBef>
            <a:spcPts val="0"/>
          </a:spcBef>
          <a:spcAft>
            <a:spcPts val="0"/>
          </a:spcAft>
          <a:defRPr lang="en-US" altLang="zh-CN">
            <a:solidFill>
              <a:schemeClr val="tx1">
                <a:alpha val="100000"/>
              </a:schemeClr>
            </a:solidFill>
            <a:latin typeface="微软雅黑" panose="020B0503020204020204" charset="-122"/>
            <a:ea typeface="微软雅黑" panose="020B0503020204020204" charset="-122"/>
            <a:cs typeface="思源黑体 Medium"/>
            <a:sym typeface="等线" panose="02010600030101010101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WPS 演示</Application>
  <PresentationFormat/>
  <Paragraphs>233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思源黑体 Medium</vt:lpstr>
      <vt:lpstr>黑体</vt:lpstr>
      <vt:lpstr>等线</vt:lpstr>
      <vt:lpstr>萝莉体 第二版</vt:lpstr>
      <vt:lpstr>思源黑体 Medium</vt:lpstr>
      <vt:lpstr>Arial Unicode MS</vt:lpstr>
      <vt:lpstr>Calibri</vt:lpstr>
      <vt:lpstr>胡晓波骚包体</vt:lpstr>
      <vt:lpstr>Segoe Print</vt:lpstr>
      <vt:lpstr>Office 主题​​</vt:lpstr>
      <vt:lpstr>自定义设计方案</vt:lpstr>
      <vt:lpstr>3_Office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Pigeon</cp:lastModifiedBy>
  <cp:revision>29</cp:revision>
  <dcterms:created xsi:type="dcterms:W3CDTF">2026-02-05T10:41:00Z</dcterms:created>
  <dcterms:modified xsi:type="dcterms:W3CDTF">2026-03-10T10:07:18Z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B594ED3B3ACB44F3ACD9F47A409539EF_13</vt:lpwstr>
  </property>
  <property fmtid="{D5CDD505-2E9C-101B-9397-08002B2CF9AE}" pid="3" name="KSOProductBuildVer">
    <vt:lpwstr>2052-12.1.0.25225</vt:lpwstr>
  </property>
</Properties>
</file>